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AI-Powered IT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Intelligent IT Helpdesk Agent built using LangGraph and Large Language Models.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Automates issue analysis, classification, troubleshooting and ticket creation.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Uses Knowledge Base caching to avoid solving the same issue repeatedly.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Supports Human-in-the-Loop clarification for ambiguous requests.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Automatically emails generated tickets to the IT Admin Team.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Problems Faced by Modern IT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Thousands of repetitive support tickets every month.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Engineers repeatedly solve identical issues.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Slow manual ticket triaging and routing.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Knowledge spread across documents and senior engineers.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High Mean Time To Resolution (MTTR).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Poor user experience due to delayed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Our AI Agent Solves These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Problem → AI Solution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Repetitive Issues → Knowledge Base Reuse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Manual Classification → LLM-based Intelligent Classification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Missing Information → Human-in-the-Loop Questions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Manual Ticket Creation → Automatic Ticket Generation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Delayed Notifications → SMTP Email to Admin Team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Inconsistent Troubleshooting → Structured AI Resolution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Technical Documentation - 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A707EEE-3830-B921-85E1-7148E401F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750" y="979064"/>
            <a:ext cx="5799323" cy="52734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State Management in 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098418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 err="1"/>
              <a:t>SupportAgentState</a:t>
            </a:r>
            <a:r>
              <a:rPr dirty="0"/>
              <a:t> stores the complete workflow context.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Important State Fields: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user_issue</a:t>
            </a:r>
            <a:r>
              <a:rPr dirty="0"/>
              <a:t>, </a:t>
            </a:r>
            <a:r>
              <a:rPr dirty="0" err="1"/>
              <a:t>user_name</a:t>
            </a:r>
            <a:r>
              <a:rPr dirty="0"/>
              <a:t>, </a:t>
            </a:r>
            <a:r>
              <a:rPr dirty="0" err="1"/>
              <a:t>user_email</a:t>
            </a:r>
            <a:endParaRPr dirty="0"/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issue_summary</a:t>
            </a:r>
            <a:r>
              <a:rPr dirty="0"/>
              <a:t>, </a:t>
            </a:r>
            <a:r>
              <a:rPr dirty="0" err="1"/>
              <a:t>issue_category</a:t>
            </a:r>
            <a:r>
              <a:rPr dirty="0"/>
              <a:t>, </a:t>
            </a:r>
            <a:r>
              <a:rPr dirty="0" err="1"/>
              <a:t>affected_system</a:t>
            </a:r>
            <a:r>
              <a:rPr dirty="0"/>
              <a:t>, severity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decision, confidence, reason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clarification_questions</a:t>
            </a:r>
            <a:r>
              <a:rPr dirty="0"/>
              <a:t>, </a:t>
            </a:r>
            <a:r>
              <a:rPr dirty="0" err="1"/>
              <a:t>clarification_answer</a:t>
            </a:r>
            <a:endParaRPr dirty="0"/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knowledge_cache_hit</a:t>
            </a:r>
            <a:r>
              <a:rPr dirty="0"/>
              <a:t>, </a:t>
            </a:r>
            <a:r>
              <a:rPr dirty="0" err="1"/>
              <a:t>solution_step</a:t>
            </a:r>
            <a:endParaRPr dirty="0"/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dirty="0" err="1"/>
              <a:t>ticket_id</a:t>
            </a:r>
            <a:r>
              <a:rPr dirty="0"/>
              <a:t>, </a:t>
            </a:r>
            <a:r>
              <a:rPr dirty="0" err="1"/>
              <a:t>ticket_priority</a:t>
            </a:r>
            <a:r>
              <a:rPr dirty="0"/>
              <a:t>, </a:t>
            </a:r>
            <a:r>
              <a:rPr dirty="0" err="1"/>
              <a:t>ticket_status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6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• Reduces repetitive IT support workload.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Improves response time using AI automation.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Reuses existing solutions through Knowledge Base caching.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Escalates only genuine admin issues.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t>• Enterprise-ready architecture using LangGraph, Pydantic and LLMs.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297</Words>
  <Application>Microsoft Office PowerPoint</Application>
  <PresentationFormat>Custom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Adagale</cp:lastModifiedBy>
  <cp:revision>2</cp:revision>
  <dcterms:created xsi:type="dcterms:W3CDTF">2013-01-27T09:14:16Z</dcterms:created>
  <dcterms:modified xsi:type="dcterms:W3CDTF">2026-06-28T13:59:57Z</dcterms:modified>
  <cp:category/>
</cp:coreProperties>
</file>